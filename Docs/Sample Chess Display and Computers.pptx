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24" r:id="rId5"/>
    <p:sldId id="326" r:id="rId6"/>
    <p:sldId id="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5033" autoAdjust="0"/>
  </p:normalViewPr>
  <p:slideViewPr>
    <p:cSldViewPr snapToGrid="0">
      <p:cViewPr varScale="1">
        <p:scale>
          <a:sx n="59" d="100"/>
          <a:sy n="59" d="100"/>
        </p:scale>
        <p:origin x="90" y="139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7/23/2026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B939-1610-2EC7-CFE9-3C15F3E2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B6739-E0AD-BFB8-1794-23E28908F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0749E-4456-3E89-2091-0A47D8C46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CB753-9251-841F-97D2-10D59FB7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730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7/23/2026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 Display and Computers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/>
              <a:t>Ray Smith</a:t>
            </a:r>
          </a:p>
          <a:p>
            <a:pPr algn="ctr"/>
            <a:r>
              <a:rPr lang="en-US" dirty="0"/>
              <a:t>July 23,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877D435-F538-D763-9DFC-A9D3EB47EF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19A0C-30C3-53A8-1BB2-A146BE6B1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B743D7-F0BF-E5BA-02E0-45C10A8D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65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444D-E6A6-8074-19C0-3CBAC15C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0C456974-5599-9A91-ED1D-1F4A0B92A6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62F3325-B91A-3178-0C41-A3F8A770F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2" y="816429"/>
            <a:ext cx="9927772" cy="51761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140590-FB7E-2B3F-1FD3-FB4F2F74C0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292DBE-BA26-8C69-0B17-F178787608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/>
              <a:t>Ray Smith</a:t>
            </a:r>
          </a:p>
          <a:p>
            <a:pPr algn="ctr"/>
            <a:r>
              <a:rPr lang="en-US" dirty="0"/>
              <a:t>July 23,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13</TotalTime>
  <Words>18</Words>
  <Application>Microsoft Office PowerPoint</Application>
  <PresentationFormat>Widescreen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Chess Display and Computers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Smith</dc:creator>
  <cp:lastModifiedBy>Charles Smith</cp:lastModifiedBy>
  <cp:revision>1</cp:revision>
  <dcterms:created xsi:type="dcterms:W3CDTF">2026-07-23T12:50:37Z</dcterms:created>
  <dcterms:modified xsi:type="dcterms:W3CDTF">2026-07-23T13:03:38Z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